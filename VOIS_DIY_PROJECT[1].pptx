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E01444-626B-4C4E-92B6-8D2957CCD5A8}" v="75" dt="2025-11-27T15:07:18.785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11/27/2025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11/27/2025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-BUDIDA SOWMYA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528" y="3181738"/>
            <a:ext cx="9688064" cy="1614195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–Telecom Churn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Autofit/>
          </a:bodyPr>
          <a:lstStyle/>
          <a:p>
            <a:r>
              <a:rPr lang="en-US" sz="1600" dirty="0"/>
              <a:t>Telecom operators constantly face customer churn due to increased competition, service dissatisfaction, and evolving customer needs. Churn directly impacts profitability, and identifying customers at risk remains a major challenge.</a:t>
            </a:r>
          </a:p>
          <a:p>
            <a:r>
              <a:rPr lang="en-US" sz="1600" dirty="0"/>
              <a:t>This project focuses on  </a:t>
            </a:r>
            <a:r>
              <a:rPr lang="en-US" sz="1600" dirty="0" err="1"/>
              <a:t>analysing</a:t>
            </a:r>
            <a:r>
              <a:rPr lang="en-US" sz="1600" dirty="0"/>
              <a:t> customer data to:</a:t>
            </a:r>
          </a:p>
          <a:p>
            <a:r>
              <a:rPr lang="en-US" sz="1600" b="1" dirty="0"/>
              <a:t>Predict which customers are likely to churn</a:t>
            </a:r>
            <a:r>
              <a:rPr lang="en-US" sz="1600" dirty="0"/>
              <a:t> using analytical and machine learning techniques.</a:t>
            </a:r>
          </a:p>
          <a:p>
            <a:r>
              <a:rPr lang="en-US" sz="1600" b="1" dirty="0"/>
              <a:t>Identify the key drivers of churn</a:t>
            </a:r>
            <a:r>
              <a:rPr lang="en-US" sz="1600" dirty="0"/>
              <a:t>, including usage </a:t>
            </a:r>
            <a:r>
              <a:rPr lang="en-US" sz="1600" dirty="0" err="1"/>
              <a:t>behaviour</a:t>
            </a:r>
            <a:r>
              <a:rPr lang="en-US" sz="1600" dirty="0"/>
              <a:t>, customer demographics, and service quality indicators.</a:t>
            </a:r>
          </a:p>
          <a:p>
            <a:r>
              <a:rPr lang="en-US" sz="1600" b="1" dirty="0"/>
              <a:t>Provide insights and recommendations</a:t>
            </a:r>
            <a:r>
              <a:rPr lang="en-US" sz="1600" dirty="0"/>
              <a:t> that can help design proactive retention strategies.</a:t>
            </a:r>
          </a:p>
          <a:p>
            <a:r>
              <a:rPr lang="en-US" sz="1600" dirty="0"/>
              <a:t>By developing an accurate churn prediction model, the organization can </a:t>
            </a:r>
            <a:r>
              <a:rPr lang="en-US" sz="1600" b="1" dirty="0"/>
              <a:t>reduce customer loss</a:t>
            </a:r>
            <a:r>
              <a:rPr lang="en-US" sz="1600" dirty="0"/>
              <a:t>, </a:t>
            </a:r>
            <a:r>
              <a:rPr lang="en-US" sz="1600" b="1" dirty="0"/>
              <a:t>improve service quality</a:t>
            </a:r>
            <a:r>
              <a:rPr lang="en-US" sz="1600" dirty="0"/>
              <a:t>, and </a:t>
            </a:r>
            <a:r>
              <a:rPr lang="en-US" sz="1600" b="1" dirty="0"/>
              <a:t>optimize marketing efforts</a:t>
            </a:r>
            <a:r>
              <a:rPr lang="en-US" sz="1600" dirty="0"/>
              <a:t> for high-risk customers.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6ADAF9-A7FC-543E-3CAB-F3DCD331519D}"/>
              </a:ext>
            </a:extLst>
          </p:cNvPr>
          <p:cNvSpPr txBox="1"/>
          <p:nvPr/>
        </p:nvSpPr>
        <p:spPr>
          <a:xfrm>
            <a:off x="675957" y="2052735"/>
            <a:ext cx="85613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Telecommunication companies lose a significant number of customers every month due to factors such as poor network experience, high billing charges, attractive competitor offers, or lack of personalized services. This customer loss, known as </a:t>
            </a:r>
            <a:r>
              <a:rPr lang="en-US" b="1" dirty="0"/>
              <a:t>churn</a:t>
            </a:r>
            <a:r>
              <a:rPr lang="en-US" dirty="0"/>
              <a:t>, directly impacts revenue and increases the cost of acquiring new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Although telecom providers collect large amounts of customer data—usage patterns, billing history, complaints, demographics, and service interactions—they often lack the analytical capability to </a:t>
            </a:r>
            <a:r>
              <a:rPr lang="en-US" b="1" dirty="0"/>
              <a:t>predict churn early</a:t>
            </a:r>
            <a:r>
              <a:rPr lang="en-US" dirty="0"/>
              <a:t> and understand </a:t>
            </a:r>
            <a:r>
              <a:rPr lang="en-US" b="1" dirty="0"/>
              <a:t>why</a:t>
            </a:r>
            <a:r>
              <a:rPr lang="en-US" dirty="0"/>
              <a:t> customers are leaving. Without timely insights, retention teams cannot take proactive actions to prevent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aims to </a:t>
            </a:r>
            <a:r>
              <a:rPr lang="en-US" dirty="0" err="1"/>
              <a:t>analyse</a:t>
            </a:r>
            <a:r>
              <a:rPr lang="en-US" dirty="0"/>
              <a:t> the available customer data to </a:t>
            </a:r>
            <a:r>
              <a:rPr lang="en-US" b="1" dirty="0"/>
              <a:t>detect churn patterns</a:t>
            </a:r>
            <a:r>
              <a:rPr lang="en-US" dirty="0"/>
              <a:t>, </a:t>
            </a:r>
            <a:r>
              <a:rPr lang="en-US" b="1" dirty="0"/>
              <a:t>identify high-risk customers</a:t>
            </a:r>
            <a:r>
              <a:rPr lang="en-US" dirty="0"/>
              <a:t>, and </a:t>
            </a:r>
            <a:r>
              <a:rPr lang="en-US" b="1" dirty="0"/>
              <a:t>discover the main drivers of churn</a:t>
            </a:r>
            <a:r>
              <a:rPr lang="en-US" dirty="0"/>
              <a:t>. The outcome will help the organization develop </a:t>
            </a:r>
            <a:r>
              <a:rPr lang="en-US" b="1" dirty="0"/>
              <a:t>targeted interventions</a:t>
            </a:r>
            <a:r>
              <a:rPr lang="en-US" dirty="0"/>
              <a:t>, improve customer satisfaction, and reduce churn rates.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A1E203E-6025-4CA6-EDEF-3DFA8F11AE8D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50506" y="1777986"/>
            <a:ext cx="88920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Retention Teams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churn predictions to create proactive retention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Teams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Design targeted offers and personalized plans for high-risk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Experience (CX) Teams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Improve service quality and address issues leading to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Strategy &amp; Leadership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Make data-driven decisions to reduce churn and improve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 &amp; Data Science Teams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Monitor model performance and generate insights for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/>
              <a:t>Google Colab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Python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Numpy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Seaborn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Matplotlib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8" y="5737443"/>
            <a:ext cx="9327531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GITHUB LINK: https://github.com/sowmyabudida4565/Telecom-Churn-Analysis.git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 descr="A diagram of a relationship between churn and tonne&#10;&#10;AI-generated content may be incorrect.">
            <a:extLst>
              <a:ext uri="{FF2B5EF4-FFF2-40B4-BE49-F238E27FC236}">
                <a16:creationId xmlns:a16="http://schemas.microsoft.com/office/drawing/2014/main" id="{21590960-1160-BF2A-3E71-9555E81D4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84" y="1431693"/>
            <a:ext cx="5055300" cy="4474585"/>
          </a:xfrm>
          <a:prstGeom prst="rect">
            <a:avLst/>
          </a:prstGeom>
        </p:spPr>
      </p:pic>
      <p:pic>
        <p:nvPicPr>
          <p:cNvPr id="11" name="Picture 10" descr="A graph of a graph showing a number of points&#10;&#10;AI-generated content may be incorrect.">
            <a:extLst>
              <a:ext uri="{FF2B5EF4-FFF2-40B4-BE49-F238E27FC236}">
                <a16:creationId xmlns:a16="http://schemas.microsoft.com/office/drawing/2014/main" id="{D023A7EA-DD81-E2AB-9273-A8B33DB34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686" y="1511560"/>
            <a:ext cx="5865348" cy="407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407298"/>
            <a:ext cx="11340000" cy="145557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599</TotalTime>
  <Words>401</Words>
  <Application>Microsoft Office PowerPoint</Application>
  <PresentationFormat>Widescreen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–Telecom Churn Analysis</vt:lpstr>
      <vt:lpstr>PROBLEM  STATEMENT</vt:lpstr>
      <vt:lpstr>Project Description  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Sowmya Budida</cp:lastModifiedBy>
  <cp:revision>76</cp:revision>
  <dcterms:created xsi:type="dcterms:W3CDTF">2021-07-11T13:13:15Z</dcterms:created>
  <dcterms:modified xsi:type="dcterms:W3CDTF">2025-11-27T15:19:16Z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